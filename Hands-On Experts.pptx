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21DEA-59E4-4F5D-8EB8-E838A7289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7DCF15-9F6B-4E42-B824-AF3398EE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3C3214-FDA6-497A-BB46-7B114268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667979-B49E-4DF2-9A4D-981FE85E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A91007-FCCB-4475-8E6E-C960D236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68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F8605-9227-497B-85F4-76610339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491133-10F3-45D1-8AD6-CB0B5FBF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6A82B-F413-4A49-BAF3-099C75B5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77802E-321D-4968-B6EA-905B097B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A135FD-AE53-459B-95C1-01E0B17F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1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DA023-62F9-4FD0-9D04-0AC2D026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E4E5CA-53DD-48DB-AD2A-25B6ECB0E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A4173F-F1A0-4AF5-9065-C322E946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A88731-FE65-4494-992D-8803E44D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63A6AF-8DF3-44FB-8484-EDDFF007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55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E7CBF-E92D-4FD8-AD21-22E5F32B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9F733-4CA2-4D87-BF34-F9E049C30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6542E9-41CD-4250-B809-4A3704640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D39A04-69C7-49D3-934E-3493F4C1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56F544-20FD-436D-AD5A-C9E312BC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7BFF52-DFDC-4876-89D3-6D6F4A05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41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0C639-F912-458C-A7A6-EF92274B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3495F-51C4-473D-A51F-1F702CDB2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4592EC-238F-4345-B1AD-B19F15596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20189E-4EF0-4128-99BE-95FB72C2B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6F5804-C3C1-4F66-BCC9-C5ADCCB8C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39033A1-0DDD-4A9E-84A7-097475D4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2D7430-6860-457A-BEF7-EB039DF9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C77273-52B3-4BE6-976F-E969D115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08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DC6D9-A481-4AB0-8409-123F8349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FEA1134-E373-4D88-8058-A4A92DB8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0C1DC7-E16E-4E3F-92C6-49649067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F6CEC2-E8B5-4E1B-BEA0-3337E5CD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45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A01A00-3D02-49DE-91B0-44F11BCA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41AF88-D2FA-42C0-B281-7DC0D590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D83845-54DE-466A-8312-A521C306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80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E425D-0E42-49BE-A2E5-5DD50419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AC392C-08A6-429E-B50D-85321A8E6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E39339-A6F9-443D-AA6B-8C2A2262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7CF81A-8B90-47D9-A02B-2C827DFD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F9B452-B213-4D0F-881A-E927E196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551965-00AC-4C74-8CB2-FB8A8EC8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77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8A1F2-B5D2-49B9-91C2-AADA57D5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F7D3EA-9222-4579-9454-E2AC2DF0B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D04530-5024-4D81-827C-28C70DDC4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44C4D4-4737-4E11-B81F-239E12FD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6851CD-DA19-42EA-A095-674F372E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3517B0-6C94-4E94-AE30-0BACD260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8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43B95-4287-4EC6-A1A5-7DA13971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326B8C-2755-41B2-929F-65D33BFA3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932256-EBA6-4FFC-B9F2-4DC004CB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64A26D-48B8-4C1A-82A0-76D988B5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6EA9E6-D64C-46A5-B84A-089BB64F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10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22CDD8-07AA-48E2-BA3E-689D81B50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09150F-4516-4648-8B2C-CD5DDF089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5C1126-40EB-43B1-9F91-FFD97C37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4CA98B-8E35-4433-80F1-ED404073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F4330-63DC-4945-AA11-DA9C7B19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85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0BE84-E569-47A6-B0B9-E971D8C45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7F0F54-F791-46C9-B79C-DB7E09342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AAAAE-4F5C-4DDF-A304-0B13725FA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8A62-0CCA-45F8-A37E-AC361AFF30A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D3FB5A-DB20-432E-AA44-332470BD6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DC2D6C-3CAB-411D-87D9-A427FAD80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71C0E-BFFF-4993-9ACA-671C9774F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1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ED08C2-687A-4C3B-BD4F-E05601F98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7499"/>
            <a:ext cx="9144000" cy="1027113"/>
          </a:xfrm>
        </p:spPr>
        <p:txBody>
          <a:bodyPr/>
          <a:lstStyle/>
          <a:p>
            <a:r>
              <a:rPr lang="ru-RU" b="1" dirty="0"/>
              <a:t>Назначение разработки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1B79B54-0F35-4B0E-85DD-D92D90222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5950"/>
            <a:ext cx="9144000" cy="3371850"/>
          </a:xfrm>
        </p:spPr>
        <p:txBody>
          <a:bodyPr>
            <a:normAutofit/>
          </a:bodyPr>
          <a:lstStyle/>
          <a:p>
            <a:br>
              <a:rPr lang="ru-RU" sz="3200" b="1" dirty="0"/>
            </a:br>
            <a:r>
              <a:rPr lang="ru-RU" sz="3200" dirty="0"/>
              <a:t>Программный продукт «</a:t>
            </a:r>
            <a:r>
              <a:rPr lang="en-US" sz="3200" b="1" dirty="0"/>
              <a:t>Hands-On Experts</a:t>
            </a:r>
            <a:br>
              <a:rPr lang="en-US" sz="3200" b="1" dirty="0"/>
            </a:br>
            <a:r>
              <a:rPr lang="ru-RU" sz="3200" dirty="0"/>
              <a:t>» предназначен для поиска сотрудников или размещения своего резюме в целях поиска работы.</a:t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9609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9D360-5BA0-477D-B9BE-1D7AC5631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Область применения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C4C15B-479A-4529-BEDD-B8BA76C67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0200"/>
            <a:ext cx="9144000" cy="266065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700" dirty="0">
                <a:solidFill>
                  <a:schemeClr val="tx1"/>
                </a:solidFill>
                <a:latin typeface="Arial" panose="020B0604020202020204" pitchFamily="34" charset="0"/>
              </a:rPr>
              <a:t>Презентация команды разработчиков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700" dirty="0">
                <a:solidFill>
                  <a:schemeClr val="tx1"/>
                </a:solidFill>
                <a:latin typeface="Arial" panose="020B0604020202020204" pitchFamily="34" charset="0"/>
              </a:rPr>
              <a:t>Демонстрация проектов и компетенций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700" dirty="0">
                <a:solidFill>
                  <a:schemeClr val="tx1"/>
                </a:solidFill>
                <a:latin typeface="Arial" panose="020B0604020202020204" pitchFamily="34" charset="0"/>
              </a:rPr>
              <a:t>Управление пользователями и контентом через административную панель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700" dirty="0">
                <a:solidFill>
                  <a:schemeClr val="tx1"/>
                </a:solidFill>
                <a:latin typeface="Arial" panose="020B0604020202020204" pitchFamily="34" charset="0"/>
              </a:rPr>
              <a:t>Обратная связь от посетителей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920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AC16C-634B-41C4-BDA3-4A0935D5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Цели создания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C8543A-6979-414D-8427-474C0CB25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08606"/>
            <a:ext cx="10989932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Создание веб-приложения для демонстрации навыков команды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Реализация системы аутентификации пользователей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Обеспечение возможности администрирования контента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Предоставление удобного интерфейса для управления специалистами</a:t>
            </a:r>
          </a:p>
        </p:txBody>
      </p:sp>
    </p:spTree>
    <p:extLst>
      <p:ext uri="{BB962C8B-B14F-4D97-AF65-F5344CB8AC3E}">
        <p14:creationId xmlns:p14="http://schemas.microsoft.com/office/powerpoint/2010/main" val="407171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45536-E421-443C-9E11-97080805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z="3200" b="1" dirty="0"/>
              <a:t>ТЕХНОЛОГИИ, ИСПОЛЬЗОВАННЫЕ В КОДЕ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301B826-49CD-46DB-8147-909BE26F1E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174835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93183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/>
                        <a:t>Технология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Назначение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643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Flask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Микро-фреймворк для создания веб-приложений на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269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Flask-Login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Расширение для управления аутентификацией и сессиями пользователей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879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SQLAlchemy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ORM (Object-Relational Mapping) для работы с базами данных через Python-объекты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90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Jinja2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Шаблонизатор для вставки динамических данных в HTML (используется Flask по умолчанию)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78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База данных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 / PostgreSQL / MySQL (</a:t>
                      </a:r>
                      <a:r>
                        <a:rPr lang="ru-RU" dirty="0"/>
                        <a:t>через </a:t>
                      </a:r>
                      <a:r>
                        <a:rPr lang="en-US" dirty="0" err="1"/>
                        <a:t>SQLAlchemy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01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6948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129</Words>
  <Application>Microsoft Office PowerPoint</Application>
  <PresentationFormat>Широкоэкранный</PresentationFormat>
  <Paragraphs>28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Назначение разработки</vt:lpstr>
      <vt:lpstr>Область применения </vt:lpstr>
      <vt:lpstr>Цели создания </vt:lpstr>
      <vt:lpstr>ТЕХНОЛОГИИ, ИСПОЛЬЗОВАННЫЕ В КОДЕ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Назначение разработки</dc:title>
  <dc:creator>Степан Шепелев</dc:creator>
  <cp:lastModifiedBy>Степан Шепелев</cp:lastModifiedBy>
  <cp:revision>2</cp:revision>
  <dcterms:created xsi:type="dcterms:W3CDTF">2026-05-07T13:05:19Z</dcterms:created>
  <dcterms:modified xsi:type="dcterms:W3CDTF">2026-05-07T13:16:53Z</dcterms:modified>
</cp:coreProperties>
</file>